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6.3 — SigID Mirror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signal-identification reference catalog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incremental local mirror of an external signal-identification wiki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this uses live incremental sync rather than a one-time static import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a real rate-limiting failure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Mirrored, and Why Locally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sigidwiki.com catalogs several hundred known RF signal types — frequency ranges, modulation notes, waterfall images, audio samples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locally so this reference material is available for AI-assisted signal identification WITHOUT a live internet dependency at query time — consistent with this course's sovereign-AI philosophy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MediaWiki API sync, not a one-time archive dump — designed to be re-run periodically and pick up only what's changed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Sync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run: enumerate the entire wiki (namespace 0)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runs: query only pages changed since the last successful sync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revision ID and per-file content hash both tracked in a local manifest — the same idempotency pattern as Phase 5's ingest pipeline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deliberately (a fixed delay between requests) and uses an honest, identifiable User-Agent — respectful use of someone else's public infrastructure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weekly systemd timer, not continuously — this reference data doesn't change fast enough to justify more frequent syncing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~589 signals mirrored, including images and audio samples, not just text metadata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endpoint location is auto-discovered rather than hardcoded, since not every wiki install exposes api.php at the same path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./scripts/phase6-sigid-mirror.sh (no sudo — this is a long-running first sync, expect 30-50+ minutes)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progress in the terminal or run it detached (nohup ... &amp;) and check back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./scripts/phase6-sigid-mirror-validate.sh — confirms real content landed in /data/reference/sigid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a few synced entries and confirm images/audio downloaded correctly alongside the text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Bug: One Rate-Limit Response Killed the Entire Run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real, live bootstrap sync (hundreds of pages, each potentially with several image downloads), the external wiki's server returned an HTTP 429 (Too Many Requests) partway through — and the original code treated any non-success HTTP response as fatal, aborting the entire multi-hour sync and losing all remaining progress. But a rate-limit response across a run making hundreds of API calls is an EXPECTED, recoverable condition, not an exceptional one. The fix added retry-with-backoff, honoring the server's own Retry-After header when it provided one, applied consistently across both the metadata API calls and the separate file-download code path (which had originally been on its own unprotected route, a second bug found by inspecting the fix's own blast radius). The re-run after the fix completed cleanly: 497 pages, 834 files, dozens of 429s all handled gracefully instead of fatally.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or incremental sync completes without a fatal error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/data/reference/sigid contains real metadata, images, and audio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sync correctly performs an incremental update, not a full re-download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a rate-limit response be treated differently from most other HTTP error codes?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ethical dimension of scraping/mirroring a public wiki's content — what did this build do to be a 'good citizen' of that infrastructure?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sync needed to run against ten different wikis with ten different rate-limit policies, how would you generalize the retry logic?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6.4 — OpenWebRX+: a browser-based SDR receiver, and a feature dependency that wasn't obvious from its error message.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6.3 — SigID Mirror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