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Lab — Use Cases of Sovereign SIGINT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whole stack to work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SIGINT — College Lab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04785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47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7452360" cy="70294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94944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all six build phases into real, applied SIGINT use cases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44889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448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394585"/>
            <a:ext cx="7452360" cy="70294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394585"/>
            <a:ext cx="694944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the AI stack augments raw capture — via native in-process tools that let the local LLM query THREE live sources (occupancy, Kismet WiFi devices, the SigID reference catalog) in natural language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84995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8499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4690"/>
            <a:ext cx="7452360" cy="70294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234690"/>
            <a:ext cx="694944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end-to-end unknown-signal identification workflow that ties those sources together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25100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251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" y="4074795"/>
            <a:ext cx="7452360" cy="702945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71600" y="4074795"/>
            <a:ext cx="6949440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final project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Full Stack Actually Enables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RF capture (radiod continuous HF, plus on-demand VHF/UHF key-frequency producers) feeding a local occupancy database of what's actually on the air, when, and for how long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SigMF-format archival captures for anything worth deeper offline analysis, interoperable with external tools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sovereign AI layer that reasons over what's been observed WITHOUT any cloud dependency — and reaches the data through NATIVE in-process Open WebUI tools, the reliable path for local models (external HTTP/OpenAPI tools proved unreliable to invoke; that lesson is part of the story)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live AI sources, each in its native shape: RF occupancy (what's active), Kismet WiFi device intelligence (what devices are present), and the SigID reference catalog (what a signal IS) — observation plus reference, all queryable in natural language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this was built and validated independently across the prior sessions; this session combines them and adds the native-tool query layer that turns separate databases into things one local model reasons across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Use Case Walkthroughs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situational awareness: the occupancy native tool answering 'what's been active on 20m recently' in natural language — a working live query against the DB, not a summary of a stale export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Unknown-signal identification (the flagship workflow): measure frequency/bandwidth on your receiver, have the vision model (gemma3:12b) describe the waterfall's shape, then — switching to the tool-capable model (qwen3:14b) — search the SigID reference tool by that shape and near that frequency, and confirm by triangulation (shape + frequency + bandwidth must agree). Vision alone is triage; vision + SigID + measured frequency is a defensible first ID. See docs/vision-signal-identification-guide.md.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device intelligence: the Kismet native tool lets the LLM answer 'what access points were seen, with SSIDs and signal' from real capture — a different KIND of intelligence (device/protocol presence) than frequency occupancy, kept in its own native shape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 / asset discovery: Ubertooth and Evil Crow RF would extend this same sovereign-AI philosophy into Bluetooth/BLE and sub-GHz ISM bands — a genuinely different SIGINT domain (hardware groundwork laid in Phase 1; not yet wired into the AI layer)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communications awareness: Winlink/APRS traffic monitoring entirely on infrastructure you control, relevant to ARES/RACES-style operations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These 'Sovereign' Rather Than Just 'Local'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 case in this list requires an internet connection to function at query time — the SigID reference, the AI models, and the occupancy history are all already on the box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LLMs remain available as a deliberate, opt-in escalation path for non-sensitive queries — not a silent default dependency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distinction matters most exactly where this course's audience works: environments where sending RF/signal data to a third party is not an acceptable default, regardless of how good that third party's model 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one use case from today's walkthrough and reproduce it end-to-end on your own build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0582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0582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370582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70582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 which phases of the stack you relied on, and which, if any, you found yourself wanting to extend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2404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2404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2404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32404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Identify one genuine limitation you hit that wasn't covered in a prior lab session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94226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94226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4094226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94226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discussion: compare use cases chosen across the class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Course-Wide Reflection, Not a Single Bug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lab session in this course documented a REAL failure encountered on real hardware — package renames, cross-user permission gaps, rate limits, gain settings, calibration sanity checks. None of these were manufactured for teaching purposes; they are the literal record of building this system once, honestly, with the mistakes included. The transferable skill this course has been teaching, session by session, isn't any single fix — it's the discipline of validating with a REAL test at every step, treating a suspicious result as a reason to dig deeper rather than move on, and being honest in your own documentation about what's confirmed versus what's still a guess. That discipline is what separates a system that happens to work once from one you can actually trust.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 for the Course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414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articulate, end-to-end, how a signal goes from antenna to an AI-answerable question in this system — including the native-tool query layer that closes the loop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272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7238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1272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reproduced at least one complete use case on their own build — ideally the unknown-signal identification workflow across the vision and tool-capable models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7096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23062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7096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prepared to scope and propose a final project building on this foundation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60020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phase of this build do you think has the most direct application to your own professional or research context?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5844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275844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75844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draw the line between 'local by default' and 'cloud by exception' if you were deploying this in a real organization?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1668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91668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91668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SIGINT use case would you want to pursue that this course's current architecture does NOT yet support?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Project (to be assigned) — building on this foundation.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Lab — Use Cases of Sovereign SIGINT</dc:title>
  <dc:subject>PptxGenJS Presentation</dc:subject>
  <dc:creator>Sovereign SIGINT Course</dc:creator>
  <cp:lastModifiedBy>Sovereign SIGINT Course</cp:lastModifiedBy>
  <cp:revision>1</cp:revision>
  <dcterms:created xsi:type="dcterms:W3CDTF">2026-07-22T07:08:30Z</dcterms:created>
  <dcterms:modified xsi:type="dcterms:W3CDTF">2026-07-22T07:08:30Z</dcterms:modified>
</cp:coreProperties>
</file>