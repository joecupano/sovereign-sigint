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— Open WebUI + Caddy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Rootless Podman Quadlet units, and three real bugs in one install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SIGINT — College Lab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4480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48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55448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155448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Open WebUI and Caddy as rootless Podman Quadlet units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96494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649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67462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267462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difference between systemd-enabled units and Quadlet-generated units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85082"/>
            <a:ext cx="402336" cy="402336"/>
          </a:xfrm>
          <a:prstGeom prst="ellipse">
            <a:avLst/>
          </a:prstGeom>
          <a:solidFill>
            <a:srgbClr val="0B192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8508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3794760"/>
            <a:ext cx="7452360" cy="98298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794760"/>
            <a:ext cx="6949440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real version-mismatch and privileged-port bugs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Quadlet Units?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Quadlet lets you describe a container as a plain systemd-style .container file — Podman's generator converts it into a real systemd unit at daemon-reload time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build uses it for Open WebUI (the chat interface) and Caddy (reverse proxy) — both rootless, both auto-restarting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binds to loopback only (127.0.0.1:8080) — Caddy is the actual LAN/public-facing entry point, not Open WebUI directly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Reverse Proxy Chain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-&gt; Caddy (port 8000) -&gt; Open WebUI (127.0.0.1:8080, container-internal) -&gt; Ollama (host, native)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state (chat history, vector DB) lives in a Podman-managed named volume, separate from /data/rag (human-uploaded RAG documents specifically)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separation matters: script-dropped files in /data/rag have no database record and are NOT part of Open WebUI's RAG — only files uploaded through the UI 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on port 8000 (HTTP) by default, not 80 — rootless containers can't bind privileged ports without a system-wide policy change; moving the port avoided that tradeoff entirely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is opt-in with three modes: plain HTTP (default), self-signed local CA (CADDY_TLS=1, on :8443), and bring-your-own-certificate (CADDY_TLS=cert — for a corporate CA / wildcard / existing PKI, with no per-client trust step if the cert already chains to a trusted CA)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fronts Open WebUI specifically because Open WebUI structurally refuses to do its own TLS (maintainers' explicit position) — the reverse proxy exists to do the one job the app won't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Quadlet-generated units are started, never 'enabled' — a real distinction that surfaced only when the install script tried the wrong systemctl verb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Lab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43000" y="1508760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./scripts/setup-data-dirs.sh (if /data doesn't exist yet)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0582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0582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2370582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370582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./scripts/phase4-open-webui.sh (no sudo — rootless)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32404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32404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43000" y="3232404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232404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./scripts/phase4-validate.sh — confirms reachability direct, via Caddy, AND Open WebUI's connection to Ollama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94226"/>
            <a:ext cx="457200" cy="752094"/>
          </a:xfrm>
          <a:prstGeom prst="roundRect">
            <a:avLst>
              <a:gd name="adj" fmla="val 12000"/>
            </a:avLst>
          </a:prstGeom>
          <a:solidFill>
            <a:srgbClr val="00A8C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94226"/>
            <a:ext cx="45720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4094226"/>
            <a:ext cx="7452360" cy="752094"/>
          </a:xfrm>
          <a:prstGeom prst="roundRect">
            <a:avLst>
              <a:gd name="adj" fmla="val 6079"/>
            </a:avLst>
          </a:prstGeom>
          <a:solidFill>
            <a:srgbClr val="FFFFFF"/>
          </a:solidFill>
          <a:ln w="12700">
            <a:solidFill>
              <a:srgbClr val="DC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4094226"/>
            <a:ext cx="6949440" cy="752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into Open WebUI at http://&lt;host&gt;:8000/ and complete first-run admin setup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BUG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Bugs: Four, Across Two Sessions, on One Service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3063240"/>
          </a:xfrm>
          <a:prstGeom prst="roundRect">
            <a:avLst>
              <a:gd name="adj" fmla="val 2388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406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1: the Quadlet file used AddHost= to reach the host — a key absent in the Podman 4.9.3 that Ubuntu 24.04 ships; fixed with the generic PodmanArgs= pass-through. Bug 2: 'systemctl enable' failed with 'is transient or generated' — Quadlet units are generator-produced and boot via their own [Install] section; the fix was calling 'start', not 'enable --now'. Bug 3: Caddy failed with 'bind: permission denied' on port 80 — rootless Podman can't bind privileged ports; Caddy was moved to 8000. Bug 4 (the subtle one, surfaced later when TLS was enabled): with 'tls internal', Caddy AUTOMATICALLY opens privileged port 80 for the HTTP-&gt;HTTPS redirect, EVEN when the site block is on :8443 — so it crash-looped with the same ':80 bind: permission denied', but this time while logging a clean startup first, which made it look like it had worked. The fix: a global 'auto_https disable_redirects' block, which is REQUIRED (not optional) for any tls-internal config under rootless Podman. The lesson: the same root cause (can't bind :80) resurfaced through a completely different trigger, and a clean-looking startup log hid a crash — you have to check that the service STAYS up, not just that it started.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MOVING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1414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55448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from Open WebUI directly AND via Caddy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1272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307238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71272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WebUI shows 3 models available (proves it reached Ollama)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870960"/>
            <a:ext cx="8046720" cy="97536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4230624"/>
            <a:ext cx="256032" cy="256032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3870960"/>
            <a:ext cx="71780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written to /data/rag is visible from inside the container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80160" y="160020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08760" y="160020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version drift between what a script assumes and what's actually installed cause exactly this class of bug?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5844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280160" y="275844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08760" y="275844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real security tradeoff between lowering the unprivileged-port sysctl versus just moving your service to a higher port?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916680"/>
            <a:ext cx="64008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280160" y="3916680"/>
            <a:ext cx="7315200" cy="929640"/>
          </a:xfrm>
          <a:prstGeom prst="roundRect">
            <a:avLst>
              <a:gd name="adj" fmla="val 5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08760" y="3916680"/>
            <a:ext cx="685800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design a Quadlet file to be more version-tolerant from the start?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— AI Ingest Pipeline: documents, images, and audio, with a CUDA version mismatch bug worth knowing about.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4 — Open WebUI + Caddy</dc:title>
  <dc:subject>PptxGenJS Presentation</dc:subject>
  <dc:creator>Sovereign SIGINT Course</dc:creator>
  <cp:lastModifiedBy>Sovereign SIGINT Course</cp:lastModifiedBy>
  <cp:revision>1</cp:revision>
  <dcterms:created xsi:type="dcterms:W3CDTF">2026-07-22T07:08:30Z</dcterms:created>
  <dcterms:modified xsi:type="dcterms:W3CDTF">2026-07-22T07:08:30Z</dcterms:modified>
</cp:coreProperties>
</file>