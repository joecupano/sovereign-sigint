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A8CC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457200"/>
          </a:xfrm>
          <a:prstGeom prst="rect">
            <a:avLst/>
          </a:prstGeom>
          <a:solidFill>
            <a:srgbClr val="00A8C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457200"/>
          </a:xfrm>
          <a:prstGeom prst="rect">
            <a:avLst/>
          </a:prstGeom>
          <a:solidFill>
            <a:srgbClr val="00A8C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508760"/>
            <a:ext cx="9144000" cy="457200"/>
          </a:xfrm>
          <a:prstGeom prst="rect">
            <a:avLst/>
          </a:prstGeom>
          <a:solidFill>
            <a:srgbClr val="00A8CC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011680"/>
            <a:ext cx="9144000" cy="457200"/>
          </a:xfrm>
          <a:prstGeom prst="rect">
            <a:avLst/>
          </a:prstGeom>
          <a:solidFill>
            <a:srgbClr val="00A8CC">
              <a:alpha val="1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6.1 — ka9q-radio (RX-888 HF Ingest)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Wideband capture, many simultaneous channels, and a cross-phase permission gap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SIGINT — College Lab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44802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448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1554480"/>
            <a:ext cx="7452360" cy="9829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554480"/>
            <a:ext cx="69494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radiod's wideband-capture-plus-channelization architecture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64942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649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43000" y="2674620"/>
            <a:ext cx="7452360" cy="9829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2674620"/>
            <a:ext cx="69494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this build deliberately does NOT route RX-888 through OpenWebRX+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85082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8508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43000" y="3794760"/>
            <a:ext cx="7452360" cy="9829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3794760"/>
            <a:ext cx="69494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a permission gap between two different system users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radiod Different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radiod captures the ENTIRE HF spectrum at once and simultaneously demodulates many independent channels from that single wideband capture — no other tool in this stack does that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configured channel (WWV and other time/beacon signals receivable at your site, ham bands, a wideband IQ tap) publishes as its own IP multicast stream — any downstream tool can subscribe independently (note: Canada's CHU shut down 22 Jun 2026 — pick beacons you can actually receive)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multicast architecture is exactly what later phases (SigMF export, occupancy tracking) need to consume RX-888 data without re-architecting anything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radiod vs OpenWebRX+ — one device, two roles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RX-888 is a single-owner USB device: exactly one process can hold it. radiod (this phase) is the AI/occupancy path — many simultaneous channels published for arbitrary downstream consumption. OpenWebRX+ is the interactive human waterfall — one signal at a time, but a beautiful full-HF panorama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legitimate; they TIME-SHARE the hardware via scripts/rx888-mode.sh (ai | interactive | status), which stops the other owner and waits for USB release before switching. 'ai' (radiod) is the always-watching default; 'interactive' hands it to OpenWebRX+ and pauses AI HF occupancy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on value: for a SINGLE narrow channel the three SDRs are peers to the AI, but only the RX-888 (via radiod) can feed the AI EVERY HF band at once, continuously, with no sweeping blind spots — so it matters MORE for the AI mission than for the waterfall it was originally bought for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clean native path for OpenWebRX+ to consume radiod's streams (radiod emits demodulated PCM / a raw-IQ format OpenWebRX+ can't ingest) — hence time-sharing, not simultaneous sharing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Decisions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radiod's own system user ('radio') is created by its own install process, separate from any interactive human user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path handling is explicitly best-effort — verified against radiod's own startup log, not assumed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FFTW wisdom generation started back in Phase 2 pays off here — radiod's own high-effort planning has a head start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Lab (requires RX-888 MkII)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43000" y="1508760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508760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./scripts/phase6-ka9q-radio.sh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70582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70582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2370582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370582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./scripts/phase6-ka9q-radio-validate.sh — a real pcmrecord capture from a live channel, not just service-active status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32404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32404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43000" y="3232404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232404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 firmware loaded correctly by checking radiod's own startup log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94226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094226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43000" y="4094226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094226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Subscribe to a multicast channel manually and confirm real audio/IQ data is flowing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BUG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Bug: A Source Build That Broke on a Driver You Don't Use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046720" cy="3063240"/>
          </a:xfrm>
          <a:prstGeom prst="roundRect">
            <a:avLst>
              <a:gd name="adj" fmla="val 2388"/>
            </a:avLst>
          </a:prstGeom>
          <a:solidFill>
            <a:srgbClr val="1327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7406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7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first real-hardware run, the ka9q-radio build failed hard: 'fobos.c:16: fatal error: fobos.h: No such file'. A recent ka9q-radio 'main' had pulled the Fobos SDR driver (fobos.c) into the DEFAULT build path — but per ka9q's own notes it should only compile with 'make FOBOS=1', it needs third-party libfobos headers that aren't installed, and no Fobos device is present. The fix that the whole ka9q ecosystem uses: pin to a known-working commit (e1224dcd, the one projecthorus/auto_rx pins) rather than tracking a fast-moving main branch. Once pinned, everything that had been FLAGGED as risky worked on the first proper attempt: radiod uploaded the RX-888 firmware itself, the device re-enumerated to USB3, the dedicated 'radio' system user's USB permissions worked (a cross-user permission gap we'd anticipated but which resolved cleanly), 18 demodulators started, and validation captured 716 KB of real WWV 10 MHz AM audio. The lesson: pinning a source dependency to a tested commit is not paranoia — a fast-moving upstream WILL break your default build path eventually, on a component you don't even use.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MOVING 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Criteria (all confirmed on real hardware)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9753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1414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554480"/>
            <a:ext cx="7178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radiod active, demodulators started (WWV, 20m/40m FT8, APRS, CW, LSB/USB, wideband-iq — channel list is site-specific), no firmware errors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12720"/>
            <a:ext cx="8046720" cy="9753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307238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712720"/>
            <a:ext cx="7178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pcmrecord capture succeeds from a live multicast channel (confirmed: 716 KB of WWV 10 MHz AM audio)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870960"/>
            <a:ext cx="8046720" cy="9753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423062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870960"/>
            <a:ext cx="7178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'radio' system user has confirmed USB access — and the RX-888 re-enumerated to USB3 (5000M) after radiod loaded its firmware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80160" y="1600200"/>
            <a:ext cx="7315200" cy="92964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08760" y="1600200"/>
            <a:ext cx="68580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pinning a source dependency to a tested commit worth the loss of 'latest' — and what class of failure does tracking a moving 'main' expose you to?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758440"/>
            <a:ext cx="6400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80160" y="2758440"/>
            <a:ext cx="7315200" cy="92964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08760" y="2758440"/>
            <a:ext cx="68580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RX-888 is a single-owner device shared between radiod and OpenWebRX+. How do you design a safe switch that can't leave both fighting for the hardware?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916680"/>
            <a:ext cx="6400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280160" y="3916680"/>
            <a:ext cx="7315200" cy="92964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08760" y="3916680"/>
            <a:ext cx="68580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'many simultaneous channels from one capture' architecturally different from 'many separate captures,' and what does that make possible for AI occupancy that a swept narrowband SDR cannot?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457200"/>
          </a:xfrm>
          <a:prstGeom prst="rect">
            <a:avLst/>
          </a:prstGeom>
          <a:solidFill>
            <a:srgbClr val="00A8CC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794760"/>
            <a:ext cx="9144000" cy="457200"/>
          </a:xfrm>
          <a:prstGeom prst="rect">
            <a:avLst/>
          </a:prstGeom>
          <a:solidFill>
            <a:srgbClr val="00A8CC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297680"/>
            <a:ext cx="9144000" cy="457200"/>
          </a:xfrm>
          <a:prstGeom prst="rect">
            <a:avLst/>
          </a:prstGeom>
          <a:solidFill>
            <a:srgbClr val="00A8C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00600"/>
            <a:ext cx="9144000" cy="457200"/>
          </a:xfrm>
          <a:prstGeom prst="rect">
            <a:avLst/>
          </a:prstGeom>
          <a:solidFill>
            <a:srgbClr val="00A8CC">
              <a:alpha val="6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6.2 — Decode Layer: GNU Radio, direwolf, multimon-ng, and the system-Python venv boundary.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6.1 — ka9q-radio (RX-888 HF Ingest)</dc:title>
  <dc:subject>PptxGenJS Presentation</dc:subject>
  <dc:creator>Sovereign SIGINT Course</dc:creator>
  <cp:lastModifiedBy>Sovereign SIGINT Course</cp:lastModifiedBy>
  <cp:revision>1</cp:revision>
  <dcterms:created xsi:type="dcterms:W3CDTF">2026-07-22T07:08:30Z</dcterms:created>
  <dcterms:modified xsi:type="dcterms:W3CDTF">2026-07-22T07:08:30Z</dcterms:modified>
</cp:coreProperties>
</file>