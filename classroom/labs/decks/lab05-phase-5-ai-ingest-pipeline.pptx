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A8C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08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— AI Ingest Pipeline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OCR, and speech-to-text, with a real CUDA mismatch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SIGINT — College Lab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4480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48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document/image/audio ingest pipeline feeding local RAG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6494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649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67462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67462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idempotent processing via a content-hash manifest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8508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850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379476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79476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 real CUDA library version mismatch on cutting-edge hardware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Gets Ingested, and How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(DOCX/PDF/TXT/MD) via Docling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via Docling OCR first, pytesseract as fallback, HEIC support via pillow-heif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via faster-whisper's 'medium' model — GPU-accelerated speech-to-text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lands in /data/corpus/processed, deliberately decoupled from Open WebUI's own chat RAG — a standalone corpus, not wired into the UI's upload API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 via Content-Hash Manifest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SQLite manifest tracks content hash + revision per file — re-running ingest doesn't reprocess unchanged files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idempotency check has to verify BOTH the database record AND that the claimed output file still physically exists — a real bug, covered below, showed why checking only the database isn't sufficient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systemd timer every 4 hours, not continuously — a batch job, not a live stream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ai-ingest venv (Phase 2) keeps this pipeline's dependencies separate from sigint-processing's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 for Whisper is attempted first, with an explicit fallback to CPU rather than trusting the library's own claimed auto-fallback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purpose-built CUDA-12 packages installed alongside a CUDA-13 system stack — a deliberate compatibility patch, not an oversight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508760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./scripts/phase5-ai-ingest.sh (no sudo)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0582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0582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370582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370582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./scripts/phase5-validate.sh — round-trips a real document, image, and audio file through ingest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32404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32404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3232404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232404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 all three land correctly in /data/corpus/processed with the expected extracted content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94226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94226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4094226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094226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 the manifest: what happens if you delete a processed output file directly and re-run ingest?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Bug: CUDA Version Mismatch on New Hardware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real build with a cutting-edge GPU (driver reporting CUDA 13.2), faster-whisper's backend, ctranslate2, failed with 'Library libcublas.so.12 is not found or cannot be loaded' — because ctranslate2's published wheels hadn't caught up to CUDA 13 yet and specifically need CUDA 12's cuBLAS library, even on a system otherwise fully on CUDA 13. The fix: install nvidia-cublas-cu12 and nvidia-cudnn-cu12 as ADDITIONAL packages alongside the CUDA 13 stack — they coexist fine as separate files, no conflict. A second, subtler bug: the code's own comment claimed device='auto' would gracefully fall back to CPU if CUDA failed — a real test proved that claim wrong; it hard-failed instead. The fix wrapped the GPU attempt in an explicit try/except with a genuine CPU fallback, rather than trusting the library's internal behavior.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414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DOCX, PNG, and WAV file each produce correct extracted text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1272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07238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1272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is confirmed active during Whisper transcription (or a genuine CPU fallback occurs cleanly)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87096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23062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87096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ingest against unchanged files correctly skips them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60020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very new hardware/drivers actually cause MORE compatibility problems than older, more established combinations?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5844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275844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75844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risk of trusting a library's documented 'graceful fallback' behavior without testing it yourself?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1668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391668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391668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design a manifest system to be resilient against a file disappearing outside the pipeline's own control?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6.1 — ka9q-radio: wideband HF capture, and why the RX-888 gets its own dedicated ingest daemon.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5 — AI Ingest Pipeline</dc:title>
  <dc:subject>PptxGenJS Presentation</dc:subject>
  <dc:creator>Sovereign SIGINT Course</dc:creator>
  <cp:lastModifiedBy>Sovereign SIGINT Course</cp:lastModifiedBy>
  <cp:revision>1</cp:revision>
  <dcterms:created xsi:type="dcterms:W3CDTF">2026-07-22T07:08:30Z</dcterms:created>
  <dcterms:modified xsi:type="dcterms:W3CDTF">2026-07-22T07:08:30Z</dcterms:modified>
</cp:coreProperties>
</file>