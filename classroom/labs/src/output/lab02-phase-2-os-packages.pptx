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OS Packages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Rootless containers, FFTW, and the venv strategy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4480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48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rootless Podman correctly (subuid/subgid, lingering, cgroups v2)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6494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649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67462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67462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FFTW wisdom generation is kicked off early despite taking hours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8508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85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79476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9476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Python venv boundary strategy this build uses throughout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Rootless Podman?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container in this build (Open WebUI, Caddy) runs without root privileges — a meaningfully smaller attack surface than Docker's traditional root daemon model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Rootless containers need explicit subuid/subgid ranges and systemd lingering (so containers keep running after logout) — not defaults on a fresh Ubuntu install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 v2 unified hierarchy is a prerequisite most modern distros have by default, but it's still worth confirming rather than assuming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Venv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isolated Python domains: ai-ingest (Docling, faster-whisper, OCR) and sigint-processing (numpy, scipy, sigmf)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venv uses --system-site-packages — deliberate isolation, so GNU Radio's system-Python bindings and this build's pinned Python dependencies never collide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boundary decision shows up again in Phase 6.2, where GNU Radio flowgraphs must run under system Python, not either venv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FFTW3 baseline wisdom generation kicked off in the BACKGROUND at Phase 2, immediately — it can take hours, so starting it early means it's likely done by the time Phase 6 actually needs it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and sqlite3 both live here as general-purpose utilities other phases assume are present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setup-venvs.sh is idempotent — safe to re-run any time a requirements.txt changes, not just once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./scripts/phase2-os-packages.sh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0582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0582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370582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70582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./scripts/phase2-validate.sh — confirms 'podman run --rm hello-world' and venv creation both 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2404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2404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2404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32404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on FFTW: tail -f /tmp/fftw-wisdom-phase2.log (this will still be running — that's expected)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226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94226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4094226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94226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fftwf-wisdom — confirm it's alive and burning CPU, not silently dead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Lesson: Long-Running Background Jobs Are Not Bugs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 build, a student (or instructor) checking on the FFTW wisdom file an hour in and seeing no output file yet might reasonably assume something failed. It hadn't — fftwf-wisdom only writes its output once, at the very end, and multi-million-point transform planning at default effort can genuinely take many hours. The correct diagnostic isn't 'is the file there,' it's 'is the process alive and using CPU.' This is a broader lesson: not every quiet process is a dead one.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run --rm hello-world succeeds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venv creates and resolves a package from PyPI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FFTW wisdom generation is confirmed running (not necessarily finished)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security tradeoffs of rootless versus rootful containers in a production environment?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deliberately avoid --system-site-packages even though it would make some later steps simpler?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long-running background job worry you, versus when is 'it's just slow' the right diagnosis?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Ollama: local LLM inference, and the first real cross-service networking bug of this build.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— OS Packages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