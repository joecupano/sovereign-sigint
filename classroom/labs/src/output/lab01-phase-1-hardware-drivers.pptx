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Hardware &amp; Drivers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validation before any application layer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04785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47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validate SDR hardware drivers independently of any consuming application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44889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48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394585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394585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RX-888 requires a fundamentally different install path than HackRF/RTL-SDR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84995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8499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4690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234690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capture tests, not just device enumeration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25100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251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4074795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4074795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device-selection menu to install only the hardware you have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Standalone Validation?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SDR application (GNU Radio, OpenWebRX+) links against the same shared driver library — HackRF via libhackrf, RTL-SDR via librtlsdr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driver/USB layer works BEFORE any application touches it means a later failure is known to be a software/config issue, not a hardware one hiding underneath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 (lsusb) is not proof of a working device — this course requires a real, sustained data capture at each phase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RX-888 Exception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HackRF and RTL-SDR: one shared driver library, every application links against 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RX-888 MkII has NO shared driver library — two entirely separate codebases (rx888_stream for validation, radiod for actual SIGINT ingest) each talk to raw USB directly, each loading firmware onto the device's Cypress FX3 chip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counterintuitive: an RX-888 with no firmware loaded sits in FX3 DFU/bootloader mode and enumerates at USB2 (480M) BY DESIGN — it only re-enumerates to USB3 (5000M) AFTER firmware is uploaded. A '480M' reading on a fresh device is NOT a USB3 fault, it's firmware-not-loaded-yet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Phase 1's RX-888 validation MUST upload firmware (rx888_stream -f SDDC_FX3.img) before it can prove anything — and it proves the rx888_stream code path, not radiod's, which gets proven separately in Phase 6.1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recognized industry pattern, not unique to this project: USRP, bladeRF, and LimeSDR share this same firmware/FPGA-loading gap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device-selection menu — install only hardware you actually have connected, re-run any time to add more later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git/build-essential/cmake/pkg-config live in Phase 1, not Phase 2 — they exist specifically to build RX-888's from-source driver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usbfs_memory_mb raised for sustained USB3 streaming — required for the RX-888's high sample rates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./scripts/phase1-hardware-drivers.sh — select the devices you have connected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98218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8218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198218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198218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Reboot (NVIDIA driver, usbfs_memory_mb persistence, initramfs blacklist all require it)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87675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7675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2887675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887675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./scripts/phase1-validate-sdrs.sh — confirm a real sustained capture for each SDR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77133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77133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3577133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77133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./scripts/phase1-validate-protocol-tools.sh — confirm Ubertooth/Evil Crow RF if selected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66590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66590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000" y="4266590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266590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Verify: cat /sys/module/usbcore/parameters/usbfs_memory_mb reads 1000, not 16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Bug: The RX-888 'Stuck at USB2' Trap (a multi-day red herring)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instructive failure in this entire build. A brand-new RX-888 showed only USB2 (480M) in lsusb, never USB3 (5000M) — across every port on a Dell T5820, two cables, a BIOS audit (all settings already correct), and ultimately the purchase of a dedicated USB3 PCIe card. NONE of that was the cause. The RX-888 sits in Cypress FX3 DFU/bootloader mode (04b4:00f3, 'DFU mode') until firmware is loaded, and in that state it enumerates at USB2 BY DESIGN. The Phase 1 validation script was ALSO buggy — it never passed the -f firmware flag, so it couldn't trigger the re-enumeration. Once firmware was uploaded, the device jumped to USB3 and streamed 486 MB in ~8 seconds (~60 MB/s, physically impossible over USB2 — proof positive). The lesson: a symptom that looks like a hardware/host problem can be a device-state problem entirely, and confident wrong diagnoses ('it must be the port') can burn days. Also note: the device returns to DFU mode only on a real power cycle, so back-to-back validation runs fail with LIBUSB_ERROR_NO_DEVICE unless you reboot/replug first. (Bonus real bug from the same phase: 'apt install librtlsdr0' failed — renamed to librtlsdr2 in 24.04 — and usbfs_memory_mb via modprobe.d was silently ignored because usbcore is built statically into this kernel; fixed with a GRUB boot parameter.)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selected SDR produces a real, sustained data capture, not just device enumeration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usbfs_memory_mb persists across a reboot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Ubertooth (if selected) shows firmware version and a live capture window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RX-888 'USB2 problem' was really a device-state problem. How do you build a diagnostic discipline that catches a wrong assumption before it costs you days of chasing the wrong layer?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device that enumerates at USB2 in DFU mode, then USB3 after firmware, defeat every port/cable/BIOS test you could run beforehand?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shared driver library (HackRF/RTL-SDR) create a different risk profile than a device-specific firmware-loading codebase like RX-888's?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OS Packages: rootless Podman, FFTW background wisdom generation, and the Python venv strategy for the rest of the build.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— Hardware &amp; Drivers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