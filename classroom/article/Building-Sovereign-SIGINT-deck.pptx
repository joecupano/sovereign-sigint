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A8CC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0584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508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REPORT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Sovereign SIGINT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intelligence, AI, and infrastructure you actually own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“sovereign AI” actually means, and why it matters for SIGINT specifically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models: a task-driven lineup, not one model doing everything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hardware: HackRF and RTL-SDR in real depth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workflows: browser-based (OpenWebRX+) and manual (GNU Radio)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Occupancy concept — turning raw RF energy into queryable data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lessons learned, pulled directly from an actual build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by Default, Cloud by Exception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model, reference dataset, and signal capture lives on hardware the operator physically controls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LLM (via Ollama) handles the overwhelming majority of queries — summarization, cross-referencing, natural-language lookups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is not forbidden — it remains a deliberate, opt-in escalation path for sanitized, non-sensitive queries only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most in exactly the environments this tool is built for: financial, defense, and critical-infrastructure contexts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PRINCIPLE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3152" cy="23774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point isn't to reject cloud AI. It's to make sending data outward a conscious choice, not a silent default.”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+ SIGINT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Capabilities the Pairing Is Built to Enable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spectrum queries — “what's been active on 20 meters”, answered live from logged activity (working: the radiod producer feeds the occupancy DB continuously from live HF, and a native tool lets the local LLM query it and answer with real signals; a companion VHF/UHF producer exists in code but isn't wired as a service yet)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AI source, different in kind: Kismet WiFi capture (APs, clients, MACs, SSIDs, signal) via its own native tool over kismetdb — kept in device-centric shape, not flattened into occupancy; semi-live via a 15-min refresh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AI source — reference, not observation: a mirrored signal-ID catalog (hundreds of signals with frequency, mode, modulation, bandwidth, description) via a native tool (lookup by name, search by characteristic). Occupancy + Kismet say what is present; SigID says what it is — and paired with the vision model, triage an unknown by shape, cross-check the catalog, confirm by measured frequency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Vision-assisted signal identification — comparing a captured waterfall against a reference catalog of known signal types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of long capture sessions — turning a shift's worth of detections into a short, readable brief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requires the AI to understand RF physics — it requires retrieval, comparison, and language, which is exactly what current local models do well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TECHNICAL SECTION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Models: Three Jobs, Three Models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2560320" cy="457200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qwen3:14b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 Reasoning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~9.3 GB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92608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the operator: answers questions, summarizes activity, reasons across multiple observations.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54480"/>
            <a:ext cx="2560320" cy="457200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nomic-embed-text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Backbone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8328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~274 MB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92608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every reference document and corpus entry for RAG — the smallest model, doing the least glamorous but most essential job.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155448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1554480"/>
            <a:ext cx="2560320" cy="457200"/>
          </a:xfrm>
          <a:prstGeom prst="rect">
            <a:avLst/>
          </a:prstGeom>
          <a:solidFill>
            <a:srgbClr val="0B1929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gemma3:12b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80760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~8.1 GB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2926080"/>
            <a:ext cx="2286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model that can look at an image — comparing a captured spectrogram against known signal shapes, as triage, not final ID.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One Larger Model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VRAM: a single model excellent at reasoning, embeddings, AND vision at once likely won't fit in 16GB alongside everything else the box runs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specifically benefit from a model trained and evaluated for that exact task — a repurposed chat model rarely matches a purpose-built embedder at the same size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loads one model at a time — three right-sized models that swap in and out beats one oversized generalist sitting in VRAM regardless of whether the current task needs it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 lesson: choose models by the job, not by leaderboard ranking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TECHNICAL SECTION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Hardware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7947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79476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RTL-SDR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a $5 DVB-T TV tuner dongle, repurposed by the community into a general-purpose receiver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R820T tuner covers ~24MHz–1.7GHz natively (with a gap ~1.1–1.25GHz)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RTL-SDR Blog v3/v4: HF reception via direct sampling mode — no hardware mod, but bypasses tuner amplification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must live in the correct config location — confirmed the hard way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1508760"/>
            <a:ext cx="37947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508760"/>
            <a:ext cx="3794760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91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HackRF One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240280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range: ~1MHz–6GHz, at coarser 8-bit resolution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Half-duplex — transmit or receive, not both at once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generalist: one device reasonably capable across VHF, UHF, and well beyond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 antenna can silently invalidate a calibration — suspiciously identical readings across two different bands was the clue; the fix was a proper resonant antenna, not code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INSTRUCTIVE BUG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RX-888 MkII — Diagnosing the Wrong Layer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brand-new RX-888 stuck at USB2 (480M), never USB3 (5000M) — needs USB3 to work at all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Chased: every port, two cables, a full BIOS audit, and a USB3 PCIe card purchase — all reasonable, all wrong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cause: the Cypress FX3 powers up in DFU/bootloader mode and enumerates at USB2 BY DESIGN — it only jumps to USB3 AFTER firmware is uploaded. Every test ran against a device that couldn't yet show the behavior being tested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worked all along: once firmware loaded, 486 MB captured in ~8s (~60 MB/s — impossible over USB2)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 symptom that looks like hardware can be device-state; ask whether the thing is even in a state where the wanted behavior is possible BEFORE replacing hardware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RX-888 + radiod — Why It Matters for AI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radiod brings up 18 simultaneous demodulated channels from ONE wideband HF capture — WWV, FT8, APRS, CW, voice — each a network multicast stream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single narrow channel, the three SDRs are peers to the AI; only the RX-888 feeds it EVERY HF band at once, continuously, with no sweeping blind spots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matters MORE for the AI/occupancy mission than for the interactive waterfall it was originally bought for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Single-owner device: time-shares between radiod (always-watching AI) and OpenWebRX+ (interactive human waterfall) via an explicit mode switch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Actually Work With Signals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7947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794760" cy="54864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OpenWebRX+ (Browser-Based)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multi-user, browser-accessible waterfall and audio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decoders: Packet/APRS, LoRa, FLEX/POCSAG, FT8 and related digital modes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Feature Report page states plainly why any capability is or isn't available — a genuinely well-designed diagnostic tool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live, human-facing monitoring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00600" y="1508760"/>
            <a:ext cx="37947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508760"/>
            <a:ext cx="3794760" cy="54864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6916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(GNU Radio)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240280"/>
            <a:ext cx="3337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Flowgraphs built directly against hardware via gr-osmosdr, one interface for multiple device types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control: energy detection, feature extraction, triggering a raw capture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genuinely custom SIGINT logic lives — no off-the-shelf decoder required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unattended, custom detection logic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OCCUPANCY 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RF Energy Into Queryable Data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spectrum-management terminology: is a frequency in use, over what window, for how long — not what the signal IS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identification is a separate, optional layer built on top of an occupancy record, not baked into it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reference: Kismet's proven DEVICES/PACKETS split — a long-lived aggregate plus a lean, high-volume event log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adaptation required: RF signals generally lack the durable identity a MAC address gives a WiFi device — frequency (binned) + mode substitutes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CALIBRATION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3152" cy="23774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calibrated threshold, not a guessed one, is what separates a genuinely useful occupancy log from a noisy one.”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LESSON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Enumeration Is Not Validation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046720" cy="3108960"/>
          </a:xfrm>
          <a:prstGeom prst="roundRect">
            <a:avLst>
              <a:gd name="adj" fmla="val 2353"/>
            </a:avLst>
          </a:prstGeom>
          <a:solidFill>
            <a:srgbClr val="1327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7406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showing up in a list, or a package installing without error, proves far less than it appears to. This build required a real, sustained data capture or a real end-to-end flowgraph execution before considering any component actually working — because several real bugs (a USB permission gap, a missing secondary dependency, a rate limit) were invisible to a simple installed-successfully check and only surfaced when something real was actually run.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LESSON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as the User Who Will Actually Need It to Work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046720" cy="3108960"/>
          </a:xfrm>
          <a:prstGeom prst="roundRect">
            <a:avLst>
              <a:gd name="adj" fmla="val 2353"/>
            </a:avLst>
          </a:prstGeom>
          <a:solidFill>
            <a:srgbClr val="1327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7406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permission validated correctly for one system user was silently assumed to also cover a completely different system user created later by a separate service's own install process. The two accounts had no inherent relationship; proving access worked for one proved nothing about the other. Any permission check is only as good as the identity it was actually tested under.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B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LESSON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Suspiciously Clean Result Deserves More Suspicion Than an Error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046720" cy="3108960"/>
          </a:xfrm>
          <a:prstGeom prst="roundRect">
            <a:avLst>
              <a:gd name="adj" fmla="val 2353"/>
            </a:avLst>
          </a:prstGeom>
          <a:solidFill>
            <a:srgbClr val="1327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7406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7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outright failure announces itself. A calibration reading that returns without error but happens to be identical across two physically different situations is a quieter, easier-to-miss signal that something is wrong. The habit worth building: sanity-check a clean result against physical expectation, not just whether the tool reported success.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REAL LESSONS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Principles From the Build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failure should be handled as recoverable — a single rate-limit response once aborted an entire multi-hour sync; the fix treated it as the expected condition it actually was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what's actually confirmed, not what's a reasonable guess — an unconfirmed assumption, stated honestly with a safe fallback, beats false confidence</a:t>
            </a:r>
            <a:endParaRPr lang="en-US" sz="1600" dirty="0"/>
          </a:p>
          <a:p>
            <a:pPr marL="342900" indent="-3429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drift is a recurring category of bug — a renamed package, an unsupported config key, a systemd unit type that behaves differently than assumed, all wearing different clothes for the same underlying failure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929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solidFill>
            <a:srgbClr val="00A8C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94760"/>
            <a:ext cx="9144000" cy="457200"/>
          </a:xfrm>
          <a:prstGeom prst="rect">
            <a:avLst/>
          </a:prstGeom>
          <a:solidFill>
            <a:srgbClr val="00A8CC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457200"/>
          </a:xfrm>
          <a:prstGeom prst="rect">
            <a:avLst/>
          </a:prstGeom>
          <a:solidFill>
            <a:srgbClr val="00A8CC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457200"/>
          </a:xfrm>
          <a:prstGeom prst="rect">
            <a:avLst/>
          </a:prstGeom>
          <a:solidFill>
            <a:srgbClr val="00A8CC">
              <a:alpha val="6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Sovereign by Design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AI stack that never depends on a cloud connection to function — validated by real hardware at every step, honest about what still needs building.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Sovereign SIGINT</dc:title>
  <dc:subject>PptxGenJS Presentation</dc:subject>
  <dc:creator>Sovereign SIGINT</dc:creator>
  <cp:lastModifiedBy>Sovereign SIGINT</cp:lastModifiedBy>
  <cp:revision>1</cp:revision>
  <dcterms:created xsi:type="dcterms:W3CDTF">2026-07-27T02:27:46Z</dcterms:created>
  <dcterms:modified xsi:type="dcterms:W3CDTF">2026-07-27T02:27:46Z</dcterms:modified>
</cp:coreProperties>
</file>