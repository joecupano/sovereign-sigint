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Ollama &amp; AI Models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inference, GPU passthrough, and a real networking bug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 natively for simpler GPU passthrough than a containerized alternative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OLLAMA_HOST binding requirement for container-to-host communication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real, multi-layered permission and networking failure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Native, Not Containerized?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Ollama through the NVIDIA Container Toolkit for a single service adds real complexity for no benefit here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install means GPU passthrough is automatic — no container runtime GPU configuration to get wrong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qwen3:14b (general reasoning), nomic-embed-text (RAG embeddings), gemma3:12b (vision) — all fit comfortably on a 16GB GPU since Ollama loads one at a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Ollama Sits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serves the model inference API that Open WebUI (Phase 4) and any future SIGINT AI features consume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its own systemd service, under its own 'ollama' system user — not your interactive user, not root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/data/models is where model weights physically live — a deliberate, narrow exception to this build's general /data ownership convention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OLLAMA_MODELS=/data/models keeps model weights on the shared data volume, not scattered under a user's home directory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OLLAMA_HOST=0.0.0.0 required — Ollama's default (127.0.0.1-only) is unreachable from Open WebUI's container in Phase 4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security tradeoff, not free: 0.0.0.0 exposes an unauthenticated API on the LAN, not just to the local container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./scripts/phase3-ollama.sh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./scripts/phase3-validate.sh — confirms GPU inference is active and models physically live on /data/models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GPU usage during inference: nvidia-smi should show an active compute process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 the embedding endpoint returns a proper vector (768 dimensions for nomic-embed-text)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Bug: A Two-Layer Permission and Networking Failure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build, Open WebUI could not reach Ollama even after chowning /data/models to the ollama user. The actual chain of failures: (1) Ollama defaulted to binding 127.0.0.1 only, unreachable from a separate container network namespace — fixed with OLLAMA_HOST=0.0.0.0; (2) even after that fix, Ollama still failed to start with 'mkdir /data/models: permission denied' — because /data itself (the PARENT directory) was locked to the human operator's group, and the 'ollama' system user wasn't a member of that group. Chowning the child directory wasn't enough; the ollama user couldn't even traverse into the parent to reach it. The real fix was adding 'ollama' to the group that owns /data. Two independent bugs, discovered one at a time, each only visible by actually running the service and reading the exact error.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17GB+ present on /data/models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inference request shows GPU compute activity via nvidia-smi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endpoint returns a 768-dimension vector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chowning a subdirectory not guarantee a service can reach it?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LAN-exposure tradeoff of OLLAMA_HOST=0.0.0.0, what firewall rule would you add in a real deployment?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'the service won't start' bug and a 'the service starts but can't be reached' bug, and how does your diagnostic approach differ?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Open WebUI + Caddy: rootless Podman Quadlet units, and three more real bugs in a single install.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3 — Ollama &amp; AI Models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