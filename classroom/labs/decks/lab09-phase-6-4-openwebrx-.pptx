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A8CC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457200"/>
          </a:xfrm>
          <a:prstGeom prst="rect">
            <a:avLst/>
          </a:prstGeom>
          <a:solidFill>
            <a:srgbClr val="00A8C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9144000" cy="457200"/>
          </a:xfrm>
          <a:prstGeom prst="rect">
            <a:avLst/>
          </a:prstGeom>
          <a:solidFill>
            <a:srgbClr val="00A8CC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508760"/>
            <a:ext cx="9144000" cy="457200"/>
          </a:xfrm>
          <a:prstGeom prst="rect">
            <a:avLst/>
          </a:prstGeom>
          <a:solidFill>
            <a:srgbClr val="00A8CC">
              <a:alpha val="2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011680"/>
            <a:ext cx="9144000" cy="457200"/>
          </a:xfrm>
          <a:prstGeom prst="rect">
            <a:avLst/>
          </a:prstGeom>
          <a:solidFill>
            <a:srgbClr val="00A8CC">
              <a:alpha val="1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9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6.4 — OpenWebRX+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browser-based SDR receiver, with two real, non-obvious feature bugs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SIGINT — College Lab Series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44802"/>
            <a:ext cx="402336" cy="402336"/>
          </a:xfrm>
          <a:prstGeom prst="ellipse">
            <a:avLst/>
          </a:prstGeom>
          <a:solidFill>
            <a:srgbClr val="0B192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448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1554480"/>
            <a:ext cx="7452360" cy="9829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1554480"/>
            <a:ext cx="694944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OpenWebRX+ as the browser-facing SDR receiver for HackRF and RTL-SDR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964942"/>
            <a:ext cx="402336" cy="402336"/>
          </a:xfrm>
          <a:prstGeom prst="ellipse">
            <a:avLst/>
          </a:prstGeom>
          <a:solidFill>
            <a:srgbClr val="0B192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649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43000" y="2674620"/>
            <a:ext cx="7452360" cy="9829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71600" y="2674620"/>
            <a:ext cx="694944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OpenWebRX+'s own Feature Report as a self-diagnosing tool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085082"/>
            <a:ext cx="402336" cy="402336"/>
          </a:xfrm>
          <a:prstGeom prst="ellipse">
            <a:avLst/>
          </a:prstGeom>
          <a:solidFill>
            <a:srgbClr val="0B192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8508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43000" y="3794760"/>
            <a:ext cx="7452360" cy="9829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71600" y="3794760"/>
            <a:ext cx="694944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two real, genuinely non-obvious configuration issues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OpenWebRX+ Provides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multi-user, browser-based waterfall and audio receiver for HackRF and RTL-SDR — and, via an added SoapySDDC driver, the RX-888 for a full 0-30 MHz HF panorama (the RX-888's original purchase rationale; time-shared with radiod, see Phase 6.1)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digital-mode decoders: Packet/APRS (via direwolf, Phase 6.2), LoRa, FLEX/POCSAG (via multimon-ng), FT8/FT4/JS8, and more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 device profiles configure center frequency, mode, and gain per use case — deliberately left as a manual web-UI step in this build, not scripted, given how fragile getting these settings wrong can be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929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Feature Report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http://&lt;host&gt;:8073/features lists every optional capability and states explicitly why it's unavailable if it is — a genuinely well-designed self-diagnosis tool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checking BEFORE configuring a profile that depends on a decoder that isn't actually present, rather than debugging blind from the live UI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can depend on MULTIPLE underlying requirements — as this build discovered directly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929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Design Decisions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AFTER Phase 6.2's decode tools deliberately, so direwolf/multimon-ng auto-detection happens correctly at OpenWebRX+'s own first startup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lives in the per-profile settings, not the live receiver panel's gain control — confirmed the hard way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RTL-SDR v3/v4 boards support HF reception via direct sampling mode, no hardware modification needed — a fact worth knowing given RTL-SDR's native tuner range starts around 24MHz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929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Lab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579730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457200" cy="57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43000" y="1508760"/>
            <a:ext cx="7452360" cy="579730"/>
          </a:xfrm>
          <a:prstGeom prst="roundRect">
            <a:avLst>
              <a:gd name="adj" fmla="val 7886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508760"/>
            <a:ext cx="6949440" cy="57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./scripts/phase6-openwebrx.sh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98218"/>
            <a:ext cx="457200" cy="579730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98218"/>
            <a:ext cx="457200" cy="57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43000" y="2198218"/>
            <a:ext cx="7452360" cy="579730"/>
          </a:xfrm>
          <a:prstGeom prst="roundRect">
            <a:avLst>
              <a:gd name="adj" fmla="val 7886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198218"/>
            <a:ext cx="6949440" cy="57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openwebrx admin adduser &lt;username&gt; — create your own admin account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887675"/>
            <a:ext cx="457200" cy="579730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887675"/>
            <a:ext cx="457200" cy="57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43000" y="2887675"/>
            <a:ext cx="7452360" cy="579730"/>
          </a:xfrm>
          <a:prstGeom prst="roundRect">
            <a:avLst>
              <a:gd name="adj" fmla="val 7886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2887675"/>
            <a:ext cx="6949440" cy="57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http://&lt;host&gt;:8073/features BEFORE configuring any profile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577133"/>
            <a:ext cx="457200" cy="579730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77133"/>
            <a:ext cx="457200" cy="57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43000" y="3577133"/>
            <a:ext cx="7452360" cy="579730"/>
          </a:xfrm>
          <a:prstGeom prst="roundRect">
            <a:avLst>
              <a:gd name="adj" fmla="val 7886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3577133"/>
            <a:ext cx="6949440" cy="57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HackRF and/or RTL-SDR device profiles via Settings -&gt; SDR devices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266590"/>
            <a:ext cx="457200" cy="579730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266590"/>
            <a:ext cx="457200" cy="57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143000" y="4266590"/>
            <a:ext cx="7452360" cy="579730"/>
          </a:xfrm>
          <a:prstGeom prst="roundRect">
            <a:avLst>
              <a:gd name="adj" fmla="val 7886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4266590"/>
            <a:ext cx="6949440" cy="57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 a live waterfall and audio, then try Packet/APRS on 144.390 MHz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BUG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Bugs: A Silent Waterfall, a Two-Part Feature, and a Case-Sensitive Driver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046720" cy="3063240"/>
          </a:xfrm>
          <a:prstGeom prst="roundRect">
            <a:avLst>
              <a:gd name="adj" fmla="val 2388"/>
            </a:avLst>
          </a:prstGeom>
          <a:solidFill>
            <a:srgbClr val="13273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7406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7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1 — a real waterfall showed faint signals despite a live antenna: RF gain lives in per-profile Settings, not the live panel's Gain control (which doesn't persist). Bug 2 — Packet/APRS was missing though direwolf showed YES in the Feature Report; the real gate was a SECOND requirement, aprs_symbols (NO), not even in the package repo — needing a git clone. Bug 3 (adding the RX-888 later) — a three-part snag: (a) the SoapySDDC driver's source build failed on 'make all' because its unittest target doesn't compile on Ubuntu 24.04 — but the actual driver module built fine, so building the specific targets and installing the .so directly into SoapySDR's module dir worked; (b) the OpenWebRX+ device showed 'State: unknown' and SoapySDRUtil --probe gave 'no match' — because the driver key is CASE-SENSITIVE: the factory registers as 'SDDC' (capital), so 'driver=sddc' fails and 'driver=SDDC' works; (c) 'SoapySDRUtil --find' was the tool that revealed the exact device string. Shared lesson across all three: when something 'isn't there,' the authoritative move is to ask the tool what it actually sees (Feature Report, --find), not to guess from the symptom.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MOVING 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Criteria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97536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14144"/>
            <a:ext cx="256032" cy="25603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554480"/>
            <a:ext cx="71780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OpenWebRX+ service is active and reachable via browser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712720"/>
            <a:ext cx="8046720" cy="97536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3072384"/>
            <a:ext cx="256032" cy="25603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712720"/>
            <a:ext cx="71780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configured SDR device shows a live waterfall with a real, distinguishable signal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870960"/>
            <a:ext cx="8046720" cy="97536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4230624"/>
            <a:ext cx="256032" cy="25603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870960"/>
            <a:ext cx="71780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Packet/APRS decode produces real decoded packets on 144.390 MHz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DISCUSSION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00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80160" y="1600200"/>
            <a:ext cx="7315200" cy="92964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08760" y="1600200"/>
            <a:ext cx="685800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checking a documented Feature Report more reliable than guessing from a live UI's symptoms?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758440"/>
            <a:ext cx="6400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280160" y="2758440"/>
            <a:ext cx="7315200" cy="92964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08760" y="2758440"/>
            <a:ext cx="685800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a device not having enough gain versus a device not being properly connected — how would you tell them apart faster next time?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916680"/>
            <a:ext cx="6400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280160" y="3916680"/>
            <a:ext cx="7315200" cy="92964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08760" y="3916680"/>
            <a:ext cx="685800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a feature-flag system report ALL of a feature's unmet dependencies at once, or just the first one it finds? What are the tradeoffs?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9144000" cy="457200"/>
          </a:xfrm>
          <a:prstGeom prst="rect">
            <a:avLst/>
          </a:prstGeom>
          <a:solidFill>
            <a:srgbClr val="00A8CC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794760"/>
            <a:ext cx="9144000" cy="457200"/>
          </a:xfrm>
          <a:prstGeom prst="rect">
            <a:avLst/>
          </a:prstGeom>
          <a:solidFill>
            <a:srgbClr val="00A8CC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297680"/>
            <a:ext cx="9144000" cy="457200"/>
          </a:xfrm>
          <a:prstGeom prst="rect">
            <a:avLst/>
          </a:prstGeom>
          <a:solidFill>
            <a:srgbClr val="00A8CC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00600"/>
            <a:ext cx="9144000" cy="457200"/>
          </a:xfrm>
          <a:prstGeom prst="rect">
            <a:avLst/>
          </a:prstGeom>
          <a:solidFill>
            <a:srgbClr val="00A8CC">
              <a:alpha val="6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0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6.5 — SigMF Writer: exporting raw IQ captures to an open, interoperable standard.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6.4 — OpenWebRX+</dc:title>
  <dc:subject>PptxGenJS Presentation</dc:subject>
  <dc:creator>Sovereign SIGINT Course</dc:creator>
  <cp:lastModifiedBy>Sovereign SIGINT Course</cp:lastModifiedBy>
  <cp:revision>1</cp:revision>
  <dcterms:created xsi:type="dcterms:W3CDTF">2026-07-22T07:08:30Z</dcterms:created>
  <dcterms:modified xsi:type="dcterms:W3CDTF">2026-07-22T07:08:30Z</dcterms:modified>
</cp:coreProperties>
</file>